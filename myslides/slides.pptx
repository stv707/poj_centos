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00:00 - 00:01 (Masa Berlalu: 1 min)
Cadangan Penerangan:
Selamat pagi dan salam sejahtera kepada semua warga Jabatan Kehakiman Malaysia (POJ Putrajaya). Selamat datang ke bengkel "Pentadbiran MariaDB Moden: Struktur, Keselamatan, Transaksi &amp; Operasi Harian."
Nama saya Steven Nagendran daripada Cognitoz I.T Training. Sepanjang sesi 2 jam ini, kita akan mendalami aspek teras pentadbiran pangkalan data MariaDB — bukan sekadar teori SQL asas, tetapi amalan operasi sebenar: memahami struktur fail data, mengawal hak akses mengikut prinsip Least Privilege, memastikan integriti transaksi ACID, mengoptimumkan query menggunakan EXPLAIN, dan melaksanakan strategi backup serta recovery yang terbukti.
Peralihan:
Mari kita mulakan dengan pengenalan ringkas latar belakang pengajar dan objektif sesi kita hari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00:01 - 00:03 (Masa Berlalu: 3 min)
Cadangan Penerangan:
Sepanjang lebih 2 dekad dalam industri latihan IT dan perundingan infrastruktur sistem, saya telah membimbing ribuan pentadbir sistem dan jurutera pangkalan data di pelbagai agensi sektor awam serta swasta.
Fokus kita hari ini dirangka khas untuk keperluan operasi di POJ Putrajaya:
Pertama, memahami struktur fizikal server dan bagaimana enjin InnoDB menguruskan transaksi.
Kedua, menguatkuasakan keselamatan akaun supaya tiada aplikasi yang menggunakan akaun root secara sewenang-wenangnya.
Ketiga, memastikan setiap transaksi data mahkamah dilindungi dengan integriti ACID dan mempunyai pelan backup yang boleh dipulihkan pada bila-bila masa.
Peralihan:
Seterusnya, mari kita telusuri aliran dan susunan topik bengkel 2 jam kita.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00:03 - 00:05 (Masa Berlalu: 5 min)
Cadangan Penerangan:
Dalam masa 2 jam ini, kita bahagikan pembelajaran kepada 4 fasa utama.
Kita mulakan dengan asas seni bina server dan pengasingan akaun pengguna. Selepas itu kita terus masuk ke bahagian kritikal iaitu transaksi ACID dan cara membaca pelan EXPLAIN.
Seterusnya, kita akan buktikan strategi backup mariadb-dump dengan mensimulasikan kehilangan jadual dan memulihkannya semula di depan mata peserta. Akhir sekali, kita lihat cara pemantauan operasi serta integrasi phpMyAdmin.
Peralihan:
Mari kita semak jadual peruntukan masa dan garis masa bengkel kita secara terperinci.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00:05 - 00:07 (Masa Berlalu: 7 min)
Cadangan Penerangan:
Pengurusan masa bengkel ini dibahagikan sama rata: separuh masa untuk kefahaman konsep, dan separuh masa lagi untuk pembuktian amali di terminal dan pelayar web.
Setiap modul diiringi langkah praktikal supaya peserta POJ dapat merasai sendiri perbezaan tingkah laku sistem sebelum dan selepas sesuatu arahan ditala atau dikuatkuasakan.
Peralihan:
Sekarang, mari kita fahami persekitaran makmal yang telah disediakan dalam BetaLab untuk sesi hari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00:07 - 00:10 (Masa Berlalu: 10 min)
Cadangan Penerangan:
Dalam makmal BetaLab hari ini, kita menggunakan dua kontena utama:
Pertama, kontena database MariaDB 11.x yang menjalankan daemon mysqld dan menyimpan data pada Docker volume bernama poj-mariadb-data.
Kedua, kontena phpMyAdmin pada port 8080 yang membolehkan kita berinteraksi secara grafik.
Kelebihan topologi ini adalah ia mencerminkan seni bina moden berasaskan kontena di mana data persistent diasingkan sepenuhnya daripada kitaran hayat kontena itu sendiri.
Peralihan:
Mari kita masuk ke Modul 1: Memahami struktur dalaman server MariaDB dan cara menyemak kesihatannya.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4 minit
Masa Kumulatif: 00:10 - 00:14 (Masa Berlalu: 14 min)
Cadangan Penerangan:
Sebelum kita menulis sebarang arahan SQL, seorang pentadbir database wajib tahu apa yang sedang berjalan di sebalik tabir.
MariaDB menggunakan seni bina modular di mana Storage Engine InnoDB mengendalikan transaksi dan integriti data.
Jadual mysql.user menyimpan hak akses, manakala information_schema membolehkan kita membuat query terhadap metadata dan saiz storan database.
Sekarang, mari kita beralih ke BetaLab untuk menjalankan latihan amali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00:14 - 00:15
Masa Sesi Demo BetaLab: 6 minit (00:15 - 00:21)
Nota Pengajar:
Beralih ke tab BetaLab sekarang. Tunjukkan arahan ping dan status.
Bincangkan output uptime dan QPS. Tunjukkan SHOW DATABASES serta terangkan perbezaan database sistem berbanding poj_demo.
Jelaskan struktur lajur bagi jadual service_requests.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4 minit
Masa Kumulatif: 00:21 - 00:25 (Masa Berlalu: 25 min)
Cadangan Penerangan:
Dalam insiden keselamatan pangkalan data, punca utama kebocoran atau kehilangan rekod sering berpunca daripada akaun root yang dikongsi sewenang-wenangnya.
Di POJ, kita wajib mengamalkan prinsip Least Privilege.
Sistem aplikasi yang hanya menjana laporan mahkamah atau dashboard tidak wajar mempunyai hak INSERT atau DROP.
Mari kita buktikan pengasingan had akaun ini di BetaLab.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00:25 - 00:26
Masa Sesi Demo BetaLab: 7 minit (00:26 - 00:33)
Nota Pengajar:
Cipta akaun poj_report menggunakan arahan CREATE USER dan berikan hak SELECT sahaja.
Tunjukkan SHOW GRANTS untuk melihat kebenaran akses.
Log masuk sebagai pengguna baharu tersebut, buktikan SELECT berjaya tetapi percubaan INSERT dihalang oleh database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4 minit
Masa Kumulatif: 00:33 - 00:37 (Masa Berlalu: 37 min)
Cadangan Penerangan:
Dalam aplikasi kehakiman, integriti data adalah perkara mutlak. Transaksi ACID menjamin tiada rekod separuh siap yang tersimpan dalam sistem.
Jika berlaku kegagalan, arahan ROLLBACK memulihkan keadaan asal serta-merta.
Selain integriti, prestasi sistem turut bergantung kepada reka bentuk indeks.
Jangan teka mengapa sesuatu query perlahan — gunakan EXPLAIN untuk melihat pelan eksekusi yang dirangka oleh MariaDB Optimizer.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00:37 - 00:38
Masa Sesi Demo BetaLab: 8 minit (00:38 - 00:46)
Nota Pengajar:
Jalankan transaksi rollback. Tunjukkan bilangan baris yang tidak berubah dalam jadual.
Jalankan transaksi commit. Tunjukkan status rekod bertukar kepada CLOSED.
Cipta indeks status dan jalankan EXPLAIN. Terangkan kepada peserta peranan kolum key dan rows dalam output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4 minit
Masa Kumulatif: 00:46 - 00:50 (Masa Berlalu: 50 min)
Cadangan Penerangan:
Ramai pentadbir menganggap apabila ada cronjob yang menghasilkan fail dump setiap malam, tugas keselamatan mereka telah selesai.
Namun hakikatnya, fail backup yang rosak atau tidak pernah diuji proses restore-nya adalah tidak bernilai sewaktu kecemasan sebenar.
Dalam modul ini, kita akan menjalankan mariadb-dump dengan parameter --single-transaction yang selamat untuk persekitaran live production. Seterusnya kita akan mensimulasikan kegagalan data dan memulihkannya semula.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00:50 - 00:51
Masa Sesi Demo BetaLab: 8 minit (00:51 - 00:59)
Nota Pengajar:
Cipta direktori backup dan jalankan mariadb-dump. Tunjukkan kandungan fail SQL dengan grep.
Padamkan jadual audit_demo, sahkan jadual hilang daripada SHOW TABLES.
Jalankan proses restore daripada fail dump dan buktikan jadual kembali wujud dengan semua rekodnya lengkap.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4 minit
Masa Kumulatif: 00:59 - 01:03 (Masa Berlalu: 63 min)
Cadangan Penerangan:
Pentadbir database yang cemerlang tidak menunggu aduan daripada pengguna atau pihak pengurusan sebelum bertindak.
Melalui 5 metrik utama ini — terutama threads connected, slow query log, dan buffer pool hit ratio — kita dapat mengesan kelembapan sistem lebih awal dan mengambil tindakan pencegahan sebelum perkhidmatan tergendala.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01:03 - 01:04
Masa Sesi Demo BetaLab: 7 minit (01:04 - 01:11)
Nota Pengajar:
Jalankan SHOW PROCESSLIST dan terangkan kolum-kolum penting seperti Time, State, dan Info.
Tunjukkan cara menyemak saiz data jadual daripada information_schema.
Lakukan restart kontena dan buktikan arahan ping kembali beroperasi dalam beberapa saat tanpa sebarang kehilangan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01:11 - 01:14 (Masa Berlalu: 74 min)
Cadangan Penerangan:
Walaupun pentadbir pangkalan data mahir menggunakan terminal CLI, alat bantu visual berasaskan web seperti phpMyAdmin sangat membantu untuk semakan pantas struktur jadual dan carian data.
Namun dari sudut keselamatan, kita mesti memastikan akses web GUI ini sentiasa dilindungi di sebalik rangkaian dalaman dan menguatkuasakan had akaun yang bersesuaian.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 minit
Masa Kumulatif: 01:14 - 01:15
Masa Sesi Demo BetaLab: 6 minit (01:15 - 01:21)
Nota Pengajar:
Buka tab baharu phpMyAdmin pada port 8080.
Mula-mula log masuk sebagai root, tunjukkan semua database sistem dan tab User Accounts.
Kemudian log keluar, log masuk semula sebagai pengguna terhad poj_report.
Tunjukkan kepada peserta perbezaan paparan yang sangat jelas di mana poj_report hanya nampak poj_demo dan tiada akses ke sistem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4 minit
Masa Kumulatif: 01:21 - 01:25 (Masa Berlalu: 85 min)
Cadangan Penerangan:
Slaid ini merumuskan 6 amalan teras yang wajar dibawa pulang dan diamalkan oleh pentadbir database di POJ.
Pentadbiran pangkalan data bukan sekadar tahu menulis sintaks SQL, sebaliknya merupakan pengurusan risiko: memastikan data selamat, terlindung, boleh dipulihkan bila-bila masa, dan dipantau secara sistematik.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01:25 - 01:28 (Masa Berlalu: 88 min)
Cadangan Penerangan:
Sebelum menekan butang Enter untuk sebarang arahan kritikal di persekitaran live production, sentiasa ingat 5 soalan emas ini.
Apabila lima soalan ini mampu dijawab dengan yakin, operasi pangkalan data di POJ akan berjalan dengan tenang, stabil, dan berdaya tahan.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01:28 - 01:33 (Masa Berlalu: 93 min)
Cadangan Penerangan:
Sekarang kita buka ruang untuk sesi soal jawab secara terbuka.
Sila kemukakan sebarang soalan, kekangan operasi sebenar yang dihadapi di POJ, atau senario tuning dan keselamatan yang ingin kita bincangkan bersama.
Selepas itu, mohon kerjasama semua peserta untuk mengimbas kod QR di skrin dan melengkapkan borang maklum balas bengkel.
Terima kasih sekali lagi atas komitmen dan tumpuan padu semua peserta!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poj\mariadb-admin\myslides\pngs\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D:\poj\mariadb-admin\myslides\pngs\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D:\poj\mariadb-admin\myslides\pngs\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D:\poj\mariadb-admin\myslides\pngs\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D:\poj\mariadb-admin\myslides\pngs\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D:\poj\mariadb-admin\myslides\pngs\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D:\poj\mariadb-admin\myslides\pngs\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D:\poj\mariadb-admin\myslides\pngs\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D:\poj\mariadb-admin\myslides\pngs\9.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D:\poj\mariadb-admin\myslides\pngs\10.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D:\poj\mariadb-admin\myslides\pngs\1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D:\poj\mariadb-admin\myslides\pngs\1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D:\poj\mariadb-admin\myslides\pngs\1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D:\poj\mariadb-admin\myslides\pngs\1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D:\poj\mariadb-admin\myslides\pngs\1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D:\poj\mariadb-admin\myslides\pngs\1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D:\poj\mariadb-admin\myslides\pngs\1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D:\poj\mariadb-admin\myslides\pngs\1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D:\poj\mariadb-admin\myslides\pngs\19.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D:\poj\mariadb-admin\myslides\pngs\20.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Cognitoz I.T Training Sdn Bhd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Pentadbiran MariaDB Moden - POJ Putrajaya</dc:title>
  <dc:subject>PptxGenJS Presentation</dc:subject>
  <dc:creator>PptxGenJS</dc:creator>
  <cp:lastModifiedBy>PptxGenJS</cp:lastModifiedBy>
  <cp:revision>1</cp:revision>
  <dcterms:created xsi:type="dcterms:W3CDTF">2026-09-28T16:41:08Z</dcterms:created>
  <dcterms:modified xsi:type="dcterms:W3CDTF">2026-09-28T16:41:08Z</dcterms:modified>
</cp:coreProperties>
</file>